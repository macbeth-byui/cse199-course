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ACB621-0D06-4155-B42C-C01728FB47A3}">
  <a:tblStyle styleId="{3EACB621-0D06-4155-B42C-C01728FB47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beth, Chad" userId="bbe7bd03-22b2-4c61-a240-7e7d85834d12" providerId="ADAL" clId="{00BE66DE-0CA4-4269-81E3-E96371FA2532}"/>
    <pc:docChg chg="undo custSel modSld">
      <pc:chgData name="Macbeth, Chad" userId="bbe7bd03-22b2-4c61-a240-7e7d85834d12" providerId="ADAL" clId="{00BE66DE-0CA4-4269-81E3-E96371FA2532}" dt="2026-04-10T17:15:24.041" v="586" actId="20577"/>
      <pc:docMkLst>
        <pc:docMk/>
      </pc:docMkLst>
      <pc:sldChg chg="modSp mod">
        <pc:chgData name="Macbeth, Chad" userId="bbe7bd03-22b2-4c61-a240-7e7d85834d12" providerId="ADAL" clId="{00BE66DE-0CA4-4269-81E3-E96371FA2532}" dt="2026-04-10T17:15:24.041" v="586" actId="20577"/>
        <pc:sldMkLst>
          <pc:docMk/>
          <pc:sldMk cId="0" sldId="256"/>
        </pc:sldMkLst>
        <pc:spChg chg="mod">
          <ac:chgData name="Macbeth, Chad" userId="bbe7bd03-22b2-4c61-a240-7e7d85834d12" providerId="ADAL" clId="{00BE66DE-0CA4-4269-81E3-E96371FA2532}" dt="2026-04-10T17:11:13.364" v="4" actId="20577"/>
          <ac:spMkLst>
            <pc:docMk/>
            <pc:sldMk cId="0" sldId="256"/>
            <ac:spMk id="54" creationId="{00000000-0000-0000-0000-000000000000}"/>
          </ac:spMkLst>
        </pc:spChg>
        <pc:graphicFrameChg chg="modGraphic">
          <ac:chgData name="Macbeth, Chad" userId="bbe7bd03-22b2-4c61-a240-7e7d85834d12" providerId="ADAL" clId="{00BE66DE-0CA4-4269-81E3-E96371FA2532}" dt="2026-04-10T17:15:24.041" v="586" actId="20577"/>
          <ac:graphicFrameMkLst>
            <pc:docMk/>
            <pc:sldMk cId="0" sldId="256"/>
            <ac:graphicFrameMk id="5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cd033b6e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cd033b6e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 Review Meeting</a:t>
            </a:r>
            <a:endParaRPr dirty="0"/>
          </a:p>
        </p:txBody>
      </p:sp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4039382145"/>
              </p:ext>
            </p:extLst>
          </p:nvPr>
        </p:nvGraphicFramePr>
        <p:xfrm>
          <a:off x="453482" y="1249375"/>
          <a:ext cx="8162694" cy="3474660"/>
        </p:xfrm>
        <a:graphic>
          <a:graphicData uri="http://schemas.openxmlformats.org/drawingml/2006/table">
            <a:tbl>
              <a:tblPr>
                <a:noFill/>
                <a:tableStyleId>{3EACB621-0D06-4155-B42C-C01728FB47A3}</a:tableStyleId>
              </a:tblPr>
              <a:tblGrid>
                <a:gridCol w="4081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1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u="sng" dirty="0"/>
                        <a:t>Overview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Name: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Software Title: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Language/Framework/Library: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sng" dirty="0"/>
                        <a:t>Software Description</a:t>
                      </a:r>
                      <a:endParaRPr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dirty="0"/>
                        <a:t>(describe your software here)</a:t>
                      </a:r>
                      <a:endParaRPr sz="1200" b="0" u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sng" dirty="0">
                          <a:solidFill>
                            <a:schemeClr val="dk1"/>
                          </a:solidFill>
                        </a:rPr>
                        <a:t>New Technology Learned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u="sng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dirty="0">
                          <a:solidFill>
                            <a:schemeClr val="dk1"/>
                          </a:solidFill>
                        </a:rPr>
                        <a:t>(describe technology that you learned this semester)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dirty="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0" u="none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sng" dirty="0"/>
                        <a:t>After Semester Plan</a:t>
                      </a:r>
                      <a:endParaRPr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b="1" u="sng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dirty="0"/>
                        <a:t>(describe your plan for after this semester for this software or a new project idea)</a:t>
                      </a:r>
                      <a:endParaRPr sz="1200" b="0" i="0" u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</Words>
  <Application>Microsoft Office PowerPoint</Application>
  <PresentationFormat>On-screen Show (16:9)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Final Review Meeting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Review Meeting</dc:title>
  <cp:lastModifiedBy>Macbeth, Chad</cp:lastModifiedBy>
  <cp:revision>2</cp:revision>
  <dcterms:modified xsi:type="dcterms:W3CDTF">2026-04-10T17:15:28Z</dcterms:modified>
</cp:coreProperties>
</file>